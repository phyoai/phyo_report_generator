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Poppins" panose="00000500000000000000" pitchFamily="2" charset="0"/>
      <p:regular r:id="rId10"/>
      <p:bold r:id="rId11"/>
      <p:italic r:id="rId12"/>
      <p:boldItalic r:id="rId13"/>
    </p:embeddedFont>
    <p:embeddedFont>
      <p:font typeface="YouTube Sans" panose="020B0604020202020204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18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fb7e8da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fb7e8da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fb7e8da91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fb7e8da91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9fb7e8da91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9fb7e8da91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fb7e8da91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fb7e8da91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9fb7e8da91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9fb7e8da91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fb7e8da91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fb7e8da91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hyperlink" Target="mailto:Kshitij@thepyromedia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005537" y="2776488"/>
            <a:ext cx="3887632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latin typeface="YouTube Sans"/>
                <a:ea typeface="YouTube Sans"/>
                <a:cs typeface="YouTube Sans"/>
                <a:sym typeface="YouTube Sans"/>
              </a:rPr>
              <a:t>We create </a:t>
            </a:r>
            <a:r>
              <a:rPr lang="en" sz="2100" b="1" dirty="0">
                <a:latin typeface="YouTube Sans"/>
                <a:ea typeface="YouTube Sans"/>
                <a:cs typeface="YouTube Sans"/>
                <a:sym typeface="YouTube Sans"/>
              </a:rPr>
              <a:t>Stories</a:t>
            </a:r>
            <a:r>
              <a:rPr lang="en" sz="2100" dirty="0">
                <a:latin typeface="YouTube Sans"/>
                <a:ea typeface="YouTube Sans"/>
                <a:cs typeface="YouTube Sans"/>
                <a:sym typeface="YouTube Sans"/>
              </a:rPr>
              <a:t>, Not </a:t>
            </a:r>
            <a:r>
              <a:rPr lang="en" sz="2100" b="1" dirty="0">
                <a:latin typeface="YouTube Sans"/>
                <a:ea typeface="YouTube Sans"/>
                <a:cs typeface="YouTube Sans"/>
                <a:sym typeface="YouTube Sans"/>
              </a:rPr>
              <a:t>Ads</a:t>
            </a:r>
            <a:endParaRPr sz="2100" b="1" dirty="0">
              <a:solidFill>
                <a:srgbClr val="000000"/>
              </a:solidFill>
              <a:latin typeface="YouTube Sans"/>
              <a:ea typeface="YouTube Sans"/>
              <a:cs typeface="YouTube Sans"/>
              <a:sym typeface="YouTube Sans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094800" y="1930975"/>
            <a:ext cx="450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>
                <a:solidFill>
                  <a:srgbClr val="000000"/>
                </a:solidFill>
                <a:latin typeface="YouTube Sans"/>
                <a:ea typeface="YouTube Sans"/>
                <a:cs typeface="YouTube Sans"/>
                <a:sym typeface="YouTube Sans"/>
              </a:rPr>
              <a:t>x</a:t>
            </a:r>
            <a:endParaRPr sz="3800" b="1" i="1">
              <a:solidFill>
                <a:srgbClr val="4A86E8"/>
              </a:solidFill>
              <a:latin typeface="YouTube Sans"/>
              <a:ea typeface="YouTube Sans"/>
              <a:cs typeface="YouTube Sans"/>
              <a:sym typeface="YouTube Sans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3">
            <a:alphaModFix/>
          </a:blip>
          <a:srcRect t="25679" b="25003"/>
          <a:stretch/>
        </p:blipFill>
        <p:spPr>
          <a:xfrm>
            <a:off x="2376438" y="1930975"/>
            <a:ext cx="1588050" cy="769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675100" y="2084875"/>
            <a:ext cx="255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BRAND LOGO HERE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140000" y="1660000"/>
            <a:ext cx="3480000" cy="9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100" b="1" i="1">
                <a:solidFill>
                  <a:srgbClr val="2B3E5C"/>
                </a:solidFill>
                <a:latin typeface="YouTube Sans"/>
              </a:rPr>
              <a:t>Campaign Report</a:t>
            </a:r>
            <a:endParaRPr sz="5300" b="1" i="1">
              <a:solidFill>
                <a:srgbClr val="2B3E5C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2050000" y="2865000"/>
            <a:ext cx="550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555F73"/>
                </a:solidFill>
                <a:latin typeface="Aptos"/>
              </a:rPr>
              <a:t>Making every campaign effort count.</a:t>
            </a:r>
            <a:endParaRPr sz="2400" dirty="0">
              <a:solidFill>
                <a:srgbClr val="000000"/>
              </a:solidFill>
              <a:latin typeface="YouTube Sans"/>
              <a:ea typeface="YouTube Sans"/>
              <a:cs typeface="YouTube Sans"/>
              <a:sym typeface="YouTube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1089900" y="1891755"/>
            <a:ext cx="6964200" cy="10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300" b="1">
                <a:solidFill>
                  <a:srgbClr val="2B3E5C"/>
                </a:solidFill>
                <a:latin typeface="YouTube Sans"/>
                <a:ea typeface="YouTube Sans"/>
                <a:cs typeface="YouTube Sans"/>
                <a:sym typeface="YouTube Sans"/>
              </a:rPr>
              <a:t>[Campaign Name Here]</a:t>
            </a:r>
            <a:endParaRPr sz="5300" b="1">
              <a:solidFill>
                <a:srgbClr val="2B3E5C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311700" y="432800"/>
            <a:ext cx="4149151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 i="1" dirty="0">
                <a:solidFill>
                  <a:srgbClr val="2B3E5C"/>
                </a:solidFill>
                <a:latin typeface="YouTube Sans"/>
                <a:ea typeface="YouTube Sans"/>
                <a:cs typeface="YouTube Sans"/>
                <a:sym typeface="YouTube Sans"/>
              </a:rPr>
              <a:t>Overall Campaign Report</a:t>
            </a:r>
            <a:endParaRPr sz="2500" b="1" i="1" dirty="0">
              <a:solidFill>
                <a:srgbClr val="2B3E5C"/>
              </a:solidFill>
              <a:highlight>
                <a:srgbClr val="00BAF2"/>
              </a:highlight>
              <a:latin typeface="YouTube Sans"/>
              <a:ea typeface="YouTube Sans"/>
              <a:cs typeface="YouTube Sans"/>
              <a:sym typeface="YouTube Sans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311700" y="1190000"/>
            <a:ext cx="3100000" cy="2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2B3E5C"/>
                </a:solidFill>
                <a:latin typeface="Aptos"/>
              </a:rPr>
              <a:t>No. of Views:_x000B_Likes:_x000B_Shares:_x000B_Saves:_x000B_Total Engagement:_x000B_Budget:_x000B_CPC:_x000B_CPV:_x000B_CPE:_x000B__x000B_Learnings:</a:t>
            </a:r>
            <a:endParaRPr b="1">
              <a:solidFill>
                <a:srgbClr val="000000"/>
              </a:solidFill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4776625" y="3950000"/>
            <a:ext cx="2600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37B8C"/>
                </a:solidFill>
                <a:latin typeface="Aptos"/>
              </a:rPr>
              <a:t>Campaign performance gallery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84" name="Google Shape;84;p16"/>
          <p:cNvSpPr/>
          <p:nvPr/>
        </p:nvSpPr>
        <p:spPr>
          <a:xfrm rot="-813158">
            <a:off x="3549566" y="1167160"/>
            <a:ext cx="2103368" cy="2280475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" name="Google Shape;85;p16"/>
          <p:cNvSpPr/>
          <p:nvPr/>
        </p:nvSpPr>
        <p:spPr>
          <a:xfrm rot="205068">
            <a:off x="5021409" y="1012977"/>
            <a:ext cx="2103441" cy="2436748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" name="Google Shape;86;p16"/>
          <p:cNvSpPr/>
          <p:nvPr/>
        </p:nvSpPr>
        <p:spPr>
          <a:xfrm rot="947688">
            <a:off x="6682159" y="1285806"/>
            <a:ext cx="2022463" cy="2495988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" name="Google Shape;93;p17"/>
          <p:cNvSpPr/>
          <p:nvPr/>
        </p:nvSpPr>
        <p:spPr>
          <a:xfrm rot="403">
            <a:off x="3958173" y="1105651"/>
            <a:ext cx="2559000" cy="2932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94" name="Google Shape;94;p17"/>
          <p:cNvSpPr/>
          <p:nvPr/>
        </p:nvSpPr>
        <p:spPr>
          <a:xfrm rot="452">
            <a:off x="6585000" y="417050"/>
            <a:ext cx="2283600" cy="3620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304800" y="304800"/>
            <a:ext cx="3260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1">
                <a:solidFill>
                  <a:srgbClr val="2B3E5C"/>
                </a:solidFill>
                <a:latin typeface="YouTube Sans"/>
              </a:rPr>
              <a:t>Creator x Brand Overview</a:t>
            </a:r>
            <a:endParaRPr sz="2500" b="1" i="1">
              <a:solidFill>
                <a:srgbClr val="2B3E5C"/>
              </a:solidFill>
              <a:highlight>
                <a:srgbClr val="00BAF2"/>
              </a:highlight>
              <a:latin typeface="YouTube Sans"/>
              <a:ea typeface="YouTube Sans"/>
              <a:cs typeface="YouTube Sans"/>
              <a:sym typeface="YouTube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96725" y="1190000"/>
            <a:ext cx="3100000" cy="2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2B3E5C"/>
                </a:solidFill>
                <a:latin typeface="Aptos"/>
              </a:rPr>
              <a:t>No. of Views:_x000B_Likes:_x000B_Shares:_x000B_Saves:_x000B_Total Engagement:_x000B_Budget:_x000B_CPC:_x000B_CPV:_x000B_CPE:_x000B__x000B_Learnings: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4325975" y="2402400"/>
            <a:ext cx="1823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737B8C"/>
                </a:solidFill>
                <a:latin typeface="Aptos"/>
              </a:rPr>
              <a:t>Creator content snapshot</a:t>
            </a:r>
            <a:endParaRPr sz="1000">
              <a:solidFill>
                <a:schemeClr val="dk2"/>
              </a:solidFill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6815100" y="2050000"/>
            <a:ext cx="1823400" cy="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737B8C"/>
                </a:solidFill>
                <a:latin typeface="Aptos"/>
              </a:rPr>
              <a:t>Platform insights
Instagram or YouTube analytics</a:t>
            </a:r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8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05" name="Google Shape;10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10223" y="1574257"/>
            <a:ext cx="1861304" cy="498537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8"/>
          <p:cNvSpPr txBox="1"/>
          <p:nvPr/>
        </p:nvSpPr>
        <p:spPr>
          <a:xfrm>
            <a:off x="1100000" y="700000"/>
            <a:ext cx="70000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1">
                <a:solidFill>
                  <a:srgbClr val="2B3E5C"/>
                </a:solidFill>
                <a:latin typeface="YouTube Sans"/>
              </a:rPr>
              <a:t>Brands that trust us with standout campaigns</a:t>
            </a:r>
            <a:endParaRPr sz="2300" b="1" i="1" dirty="0">
              <a:solidFill>
                <a:srgbClr val="000000"/>
              </a:solidFill>
              <a:latin typeface="YouTube Sans"/>
              <a:ea typeface="YouTube Sans"/>
              <a:cs typeface="YouTube Sans"/>
              <a:sym typeface="YouTube Sans"/>
            </a:endParaRPr>
          </a:p>
        </p:txBody>
      </p:sp>
      <p:pic>
        <p:nvPicPr>
          <p:cNvPr id="115" name="Google Shape;115;p18"/>
          <p:cNvPicPr preferRelativeResize="0"/>
          <p:nvPr/>
        </p:nvPicPr>
        <p:blipFill rotWithShape="1">
          <a:blip r:embed="rId6">
            <a:alphaModFix/>
          </a:blip>
          <a:srcRect t="24918" b="23904"/>
          <a:stretch/>
        </p:blipFill>
        <p:spPr>
          <a:xfrm>
            <a:off x="3262215" y="2321490"/>
            <a:ext cx="2009426" cy="584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10236" y="2324490"/>
            <a:ext cx="1898409" cy="58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64730" y="2310113"/>
            <a:ext cx="2090732" cy="6400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723502" y="1532560"/>
            <a:ext cx="2524976" cy="538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336273" y="3214851"/>
            <a:ext cx="1861304" cy="578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8"/>
          <p:cNvPicPr preferRelativeResize="0"/>
          <p:nvPr/>
        </p:nvPicPr>
        <p:blipFill rotWithShape="1">
          <a:blip r:embed="rId11">
            <a:alphaModFix/>
          </a:blip>
          <a:srcRect l="5332" t="34563" r="3815" b="36095"/>
          <a:stretch/>
        </p:blipFill>
        <p:spPr>
          <a:xfrm>
            <a:off x="5547608" y="3231339"/>
            <a:ext cx="2524969" cy="463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8"/>
          <p:cNvPicPr preferRelativeResize="0"/>
          <p:nvPr/>
        </p:nvPicPr>
        <p:blipFill rotWithShape="1">
          <a:blip r:embed="rId12">
            <a:alphaModFix/>
          </a:blip>
          <a:srcRect l="17274" t="35221" r="17314" b="37637"/>
          <a:stretch/>
        </p:blipFill>
        <p:spPr>
          <a:xfrm>
            <a:off x="895525" y="3360864"/>
            <a:ext cx="2090724" cy="29211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8"/>
          <p:cNvSpPr txBox="1"/>
          <p:nvPr/>
        </p:nvSpPr>
        <p:spPr>
          <a:xfrm>
            <a:off x="6400000" y="4040000"/>
            <a:ext cx="2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555F73"/>
                </a:solidFill>
                <a:latin typeface="Aptos"/>
              </a:rPr>
              <a:t>And many more</a:t>
            </a:r>
            <a:endParaRPr>
              <a:solidFill>
                <a:srgbClr val="000000"/>
              </a:solidFill>
              <a:latin typeface="YouTube Sans"/>
              <a:ea typeface="YouTube Sans"/>
              <a:cs typeface="YouTube Sans"/>
              <a:sym typeface="YouTube Sans"/>
            </a:endParaRPr>
          </a:p>
        </p:txBody>
      </p:sp>
      <p:pic>
        <p:nvPicPr>
          <p:cNvPr id="123" name="Google Shape;123;p18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210913" y="1513882"/>
            <a:ext cx="2173201" cy="5705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4499625"/>
            <a:ext cx="566650" cy="56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9"/>
          <p:cNvSpPr txBox="1"/>
          <p:nvPr/>
        </p:nvSpPr>
        <p:spPr>
          <a:xfrm>
            <a:off x="833275" y="4614800"/>
            <a:ext cx="1823400" cy="3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|  Confidential &amp; proprietary </a:t>
            </a:r>
            <a:endParaRPr sz="900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0" name="Google Shape;130;p19"/>
          <p:cNvSpPr txBox="1"/>
          <p:nvPr/>
        </p:nvSpPr>
        <p:spPr>
          <a:xfrm>
            <a:off x="2700000" y="1448100"/>
            <a:ext cx="36000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>
                <a:solidFill>
                  <a:srgbClr val="2B3E5C"/>
                </a:solidFill>
                <a:latin typeface="YouTube Sans"/>
              </a:rPr>
              <a:t>Thank You</a:t>
            </a:r>
            <a:endParaRPr sz="5000" i="1" dirty="0">
              <a:solidFill>
                <a:srgbClr val="4A86E8"/>
              </a:solidFill>
              <a:latin typeface="YouTube Sans"/>
              <a:ea typeface="YouTube Sans"/>
              <a:cs typeface="YouTube Sans"/>
              <a:sym typeface="YouTube Sans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2300000" y="2300000"/>
            <a:ext cx="5600000" cy="1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>
                <a:solidFill>
                  <a:srgbClr val="2B3E5C"/>
                </a:solidFill>
                <a:latin typeface="Aptos"/>
              </a:rPr>
              <a:t>Email: </a:t>
            </a:r>
            <a:r>
              <a:rPr sz="2300" b="0">
                <a:solidFill>
                  <a:srgbClr val="0994B8"/>
                </a:solidFill>
                <a:latin typeface="Aptos"/>
              </a:rPr>
              <a:t>Kshitij@thepyromedia.com</a:t>
            </a:r>
            <a:endParaRPr sz="2400">
              <a:solidFill>
                <a:srgbClr val="000000"/>
              </a:solidFill>
              <a:latin typeface="YouTube Sans"/>
              <a:ea typeface="YouTube Sans"/>
              <a:cs typeface="YouTube Sans"/>
              <a:sym typeface="YouTube Sans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2B3E5C"/>
                </a:solidFill>
                <a:latin typeface="Aptos"/>
              </a:rPr>
              <a:t>Phone: </a:t>
            </a:r>
            <a:r>
              <a:rPr sz="2300" b="0">
                <a:solidFill>
                  <a:srgbClr val="555F73"/>
                </a:solidFill>
                <a:latin typeface="Aptos"/>
              </a:rPr>
              <a:t>+91 9315732227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2B3E5C"/>
                </a:solidFill>
                <a:latin typeface="Aptos"/>
              </a:rPr>
              <a:t>Offices: </a:t>
            </a:r>
            <a:r>
              <a:rPr sz="2300" b="0">
                <a:solidFill>
                  <a:srgbClr val="555F73"/>
                </a:solidFill>
                <a:latin typeface="Aptos"/>
              </a:rPr>
              <a:t>Delhi, Bangalore and Chandigarh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196</Words>
  <Application>Microsoft Office PowerPoint</Application>
  <PresentationFormat>On-screen Show (16:9)</PresentationFormat>
  <Paragraphs>28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YouTube Sans</vt:lpstr>
      <vt:lpstr>Poppins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.</cp:lastModifiedBy>
  <cp:revision>4</cp:revision>
  <dcterms:modified xsi:type="dcterms:W3CDTF">2025-11-04T07:02:41Z</dcterms:modified>
</cp:coreProperties>
</file>