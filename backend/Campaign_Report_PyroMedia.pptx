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0"/>
      <p:bold r:id="rId11"/>
      <p:italic r:id="rId12"/>
      <p:boldItalic r:id="rId13"/>
    </p:embeddedFont>
    <p:embeddedFont>
      <p:font typeface="YouTube Sans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fb7e8da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fb7e8da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fb7e8da9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fb7e8da9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fb7e8da9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fb7e8da9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fb7e8da9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fb7e8da9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fb7e8da91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fb7e8da91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fb7e8da91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fb7e8da91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Kshitij@thepyromedi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005537" y="2776488"/>
            <a:ext cx="3887632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latin typeface="YouTube Sans"/>
                <a:ea typeface="YouTube Sans"/>
                <a:cs typeface="YouTube Sans"/>
                <a:sym typeface="YouTube Sans"/>
              </a:rPr>
              <a:t>We create </a:t>
            </a:r>
            <a:r>
              <a:rPr lang="en" sz="2100" b="1" dirty="0">
                <a:latin typeface="YouTube Sans"/>
                <a:ea typeface="YouTube Sans"/>
                <a:cs typeface="YouTube Sans"/>
                <a:sym typeface="YouTube Sans"/>
              </a:rPr>
              <a:t>Stories</a:t>
            </a:r>
            <a:r>
              <a:rPr lang="en" sz="2100" dirty="0">
                <a:latin typeface="YouTube Sans"/>
                <a:ea typeface="YouTube Sans"/>
                <a:cs typeface="YouTube Sans"/>
                <a:sym typeface="YouTube Sans"/>
              </a:rPr>
              <a:t>, Not </a:t>
            </a:r>
            <a:r>
              <a:rPr lang="en" sz="2100" b="1" dirty="0">
                <a:latin typeface="YouTube Sans"/>
                <a:ea typeface="YouTube Sans"/>
                <a:cs typeface="YouTube Sans"/>
                <a:sym typeface="YouTube Sans"/>
              </a:rPr>
              <a:t>Ads</a:t>
            </a:r>
            <a:endParaRPr sz="2100" b="1" dirty="0">
              <a:solidFill>
                <a:srgbClr val="000000"/>
              </a:solidFill>
              <a:latin typeface="YouTube Sans"/>
              <a:ea typeface="YouTube Sans"/>
              <a:cs typeface="YouTube Sans"/>
              <a:sym typeface="YouTub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094800" y="1930975"/>
            <a:ext cx="450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>
                <a:solidFill>
                  <a:srgbClr val="000000"/>
                </a:solidFill>
                <a:latin typeface="YouTube Sans"/>
                <a:ea typeface="YouTube Sans"/>
                <a:cs typeface="YouTube Sans"/>
                <a:sym typeface="YouTube Sans"/>
              </a:rPr>
              <a:t>x</a:t>
            </a:r>
            <a:endParaRPr sz="3800" b="1" i="1">
              <a:solidFill>
                <a:srgbClr val="4A86E8"/>
              </a:solidFill>
              <a:latin typeface="YouTube Sans"/>
              <a:ea typeface="YouTube Sans"/>
              <a:cs typeface="YouTube Sans"/>
              <a:sym typeface="YouTube Sa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t="25679" b="25003"/>
          <a:stretch/>
        </p:blipFill>
        <p:spPr>
          <a:xfrm>
            <a:off x="2376438" y="1930975"/>
            <a:ext cx="158805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675100" y="2084875"/>
            <a:ext cx="255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BRAND LOGO HERE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4499625"/>
            <a:ext cx="566650" cy="5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833275" y="4614800"/>
            <a:ext cx="18234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Confidential &amp; proprietary </a:t>
            </a:r>
            <a:endParaRPr sz="9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99625"/>
            <a:ext cx="566650" cy="5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833275" y="4614800"/>
            <a:ext cx="18234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Confidential &amp; proprietary </a:t>
            </a:r>
            <a:endParaRPr sz="9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465899" y="1816300"/>
            <a:ext cx="2817669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 i="1">
                <a:solidFill>
                  <a:srgbClr val="2B3E5C"/>
                </a:solidFill>
                <a:latin typeface="YouTube Sans"/>
                <a:ea typeface="YouTube Sans"/>
                <a:cs typeface="YouTube Sans"/>
                <a:sym typeface="YouTube Sans"/>
              </a:rPr>
              <a:t>Report </a:t>
            </a:r>
            <a:endParaRPr sz="5300" b="1" i="1">
              <a:solidFill>
                <a:srgbClr val="2B3E5C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271450" y="2773075"/>
            <a:ext cx="504375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  <a:latin typeface="YouTube Sans"/>
                <a:ea typeface="YouTube Sans"/>
                <a:cs typeface="YouTube Sans"/>
                <a:sym typeface="YouTube Sans"/>
              </a:rPr>
              <a:t>Never let your effort missed out 😤</a:t>
            </a:r>
            <a:endParaRPr sz="2400" dirty="0">
              <a:solidFill>
                <a:srgbClr val="000000"/>
              </a:solidFill>
              <a:latin typeface="YouTube Sans"/>
              <a:ea typeface="YouTube Sans"/>
              <a:cs typeface="YouTube Sans"/>
              <a:sym typeface="YouTub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99625"/>
            <a:ext cx="566650" cy="5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833275" y="4614800"/>
            <a:ext cx="18234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Confidential &amp; proprietary </a:t>
            </a:r>
            <a:endParaRPr sz="9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089900" y="1891755"/>
            <a:ext cx="69642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>
                <a:solidFill>
                  <a:srgbClr val="2B3E5C"/>
                </a:solidFill>
                <a:latin typeface="YouTube Sans"/>
                <a:ea typeface="YouTube Sans"/>
                <a:cs typeface="YouTube Sans"/>
                <a:sym typeface="YouTube Sans"/>
              </a:rPr>
              <a:t>[Campaign Name Here]</a:t>
            </a:r>
            <a:endParaRPr sz="5300" b="1">
              <a:solidFill>
                <a:srgbClr val="2B3E5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99625"/>
            <a:ext cx="566650" cy="5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833275" y="4614800"/>
            <a:ext cx="18234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Confidential &amp; proprietary </a:t>
            </a:r>
            <a:endParaRPr sz="9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11700" y="432800"/>
            <a:ext cx="4149151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i="1" dirty="0">
                <a:solidFill>
                  <a:srgbClr val="2B3E5C"/>
                </a:solidFill>
                <a:latin typeface="YouTube Sans"/>
                <a:ea typeface="YouTube Sans"/>
                <a:cs typeface="YouTube Sans"/>
                <a:sym typeface="YouTube Sans"/>
              </a:rPr>
              <a:t>Overall Campaign Report</a:t>
            </a:r>
            <a:endParaRPr sz="2500" b="1" i="1" dirty="0">
              <a:solidFill>
                <a:srgbClr val="2B3E5C"/>
              </a:solidFill>
              <a:highlight>
                <a:srgbClr val="00BAF2"/>
              </a:highlight>
              <a:latin typeface="YouTube Sans"/>
              <a:ea typeface="YouTube Sans"/>
              <a:cs typeface="YouTube Sans"/>
              <a:sym typeface="YouTube Sans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11700" y="1256538"/>
            <a:ext cx="3000000" cy="2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70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No. of Views: </a:t>
            </a:r>
            <a:br>
              <a:rPr lang="en">
                <a:solidFill>
                  <a:srgbClr val="000000"/>
                </a:solidFill>
              </a:rPr>
            </a:br>
            <a:r>
              <a:rPr lang="en" b="1">
                <a:solidFill>
                  <a:srgbClr val="000000"/>
                </a:solidFill>
              </a:rPr>
              <a:t>Likes:</a:t>
            </a:r>
            <a:br>
              <a:rPr lang="en">
                <a:solidFill>
                  <a:srgbClr val="000000"/>
                </a:solidFill>
              </a:rPr>
            </a:br>
            <a:r>
              <a:rPr lang="en" b="1">
                <a:solidFill>
                  <a:srgbClr val="000000"/>
                </a:solidFill>
              </a:rPr>
              <a:t>Shares: </a:t>
            </a:r>
            <a:br>
              <a:rPr lang="en">
                <a:solidFill>
                  <a:srgbClr val="000000"/>
                </a:solidFill>
              </a:rPr>
            </a:br>
            <a:r>
              <a:rPr lang="en" b="1">
                <a:solidFill>
                  <a:srgbClr val="000000"/>
                </a:solidFill>
              </a:rPr>
              <a:t>Saves:</a:t>
            </a:r>
            <a:r>
              <a:rPr lang="en">
                <a:solidFill>
                  <a:srgbClr val="000000"/>
                </a:solidFill>
              </a:rPr>
              <a:t> </a:t>
            </a:r>
            <a:br>
              <a:rPr lang="en">
                <a:solidFill>
                  <a:srgbClr val="000000"/>
                </a:solidFill>
              </a:rPr>
            </a:br>
            <a:r>
              <a:rPr lang="en" b="1">
                <a:solidFill>
                  <a:srgbClr val="000000"/>
                </a:solidFill>
              </a:rPr>
              <a:t>Total Engagement: </a:t>
            </a:r>
            <a:br>
              <a:rPr lang="en">
                <a:solidFill>
                  <a:srgbClr val="000000"/>
                </a:solidFill>
              </a:rPr>
            </a:br>
            <a:r>
              <a:rPr lang="en" b="1">
                <a:solidFill>
                  <a:srgbClr val="000000"/>
                </a:solidFill>
              </a:rPr>
              <a:t>Budget:</a:t>
            </a:r>
            <a:r>
              <a:rPr lang="en">
                <a:solidFill>
                  <a:srgbClr val="000000"/>
                </a:solidFill>
              </a:rPr>
              <a:t> </a:t>
            </a:r>
            <a:br>
              <a:rPr lang="en">
                <a:solidFill>
                  <a:srgbClr val="000000"/>
                </a:solidFill>
              </a:rPr>
            </a:br>
            <a:r>
              <a:rPr lang="en" b="1">
                <a:solidFill>
                  <a:srgbClr val="000000"/>
                </a:solidFill>
              </a:rPr>
              <a:t>CPV:</a:t>
            </a:r>
            <a:r>
              <a:rPr lang="en">
                <a:solidFill>
                  <a:srgbClr val="000000"/>
                </a:solidFill>
              </a:rPr>
              <a:t> </a:t>
            </a:r>
            <a:br>
              <a:rPr lang="en">
                <a:solidFill>
                  <a:srgbClr val="000000"/>
                </a:solidFill>
              </a:rPr>
            </a:br>
            <a:r>
              <a:rPr lang="en" b="1">
                <a:solidFill>
                  <a:srgbClr val="000000"/>
                </a:solidFill>
              </a:rPr>
              <a:t>CPE:</a:t>
            </a:r>
            <a:r>
              <a:rPr lang="en">
                <a:solidFill>
                  <a:srgbClr val="000000"/>
                </a:solidFill>
              </a:rPr>
              <a:t> </a:t>
            </a:r>
            <a:br>
              <a:rPr lang="en">
                <a:solidFill>
                  <a:srgbClr val="000000"/>
                </a:solidFill>
              </a:rPr>
            </a:br>
            <a:br>
              <a:rPr lang="en">
                <a:solidFill>
                  <a:srgbClr val="000000"/>
                </a:solidFill>
              </a:rPr>
            </a:br>
            <a:r>
              <a:rPr lang="en" b="1">
                <a:solidFill>
                  <a:srgbClr val="000000"/>
                </a:solidFill>
              </a:rPr>
              <a:t>Learnings: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776625" y="3886950"/>
            <a:ext cx="251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Campaign Photos Here at Least 3 photos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/>
          <p:nvPr/>
        </p:nvSpPr>
        <p:spPr>
          <a:xfrm rot="-813158">
            <a:off x="3549566" y="1167160"/>
            <a:ext cx="2103368" cy="228047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6"/>
          <p:cNvSpPr/>
          <p:nvPr/>
        </p:nvSpPr>
        <p:spPr>
          <a:xfrm rot="205068">
            <a:off x="5021409" y="1012977"/>
            <a:ext cx="2103441" cy="243674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6"/>
          <p:cNvSpPr/>
          <p:nvPr/>
        </p:nvSpPr>
        <p:spPr>
          <a:xfrm rot="947688">
            <a:off x="6682159" y="1285806"/>
            <a:ext cx="2022463" cy="24959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99625"/>
            <a:ext cx="566650" cy="5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833275" y="4614800"/>
            <a:ext cx="18234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Confidential &amp; proprietary </a:t>
            </a:r>
            <a:endParaRPr sz="9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7"/>
          <p:cNvSpPr/>
          <p:nvPr/>
        </p:nvSpPr>
        <p:spPr>
          <a:xfrm rot="403">
            <a:off x="3958173" y="1105651"/>
            <a:ext cx="2559000" cy="2932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94" name="Google Shape;94;p17"/>
          <p:cNvSpPr/>
          <p:nvPr/>
        </p:nvSpPr>
        <p:spPr>
          <a:xfrm rot="452">
            <a:off x="6585000" y="417050"/>
            <a:ext cx="2283600" cy="362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04800" y="304800"/>
            <a:ext cx="3260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i="1">
                <a:solidFill>
                  <a:srgbClr val="2B3E5C"/>
                </a:solidFill>
                <a:latin typeface="YouTube Sans"/>
                <a:ea typeface="YouTube Sans"/>
                <a:cs typeface="YouTube Sans"/>
                <a:sym typeface="YouTube Sans"/>
              </a:rPr>
              <a:t>Creator x Brand Name</a:t>
            </a:r>
            <a:endParaRPr sz="2500" b="1" i="1">
              <a:solidFill>
                <a:srgbClr val="2B3E5C"/>
              </a:solidFill>
              <a:highlight>
                <a:srgbClr val="00BAF2"/>
              </a:highlight>
              <a:latin typeface="YouTube Sans"/>
              <a:ea typeface="YouTube Sans"/>
              <a:cs typeface="YouTube Sans"/>
              <a:sym typeface="YouTube Sans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196725" y="1256550"/>
            <a:ext cx="3000000" cy="2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70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No. of Views: </a:t>
            </a:r>
            <a:br>
              <a:rPr lang="en">
                <a:solidFill>
                  <a:schemeClr val="dk1"/>
                </a:solidFill>
              </a:rPr>
            </a:br>
            <a:r>
              <a:rPr lang="en" b="1">
                <a:solidFill>
                  <a:schemeClr val="dk1"/>
                </a:solidFill>
              </a:rPr>
              <a:t>Likes:</a:t>
            </a:r>
            <a:br>
              <a:rPr lang="en">
                <a:solidFill>
                  <a:schemeClr val="dk1"/>
                </a:solidFill>
              </a:rPr>
            </a:br>
            <a:r>
              <a:rPr lang="en" b="1">
                <a:solidFill>
                  <a:schemeClr val="dk1"/>
                </a:solidFill>
              </a:rPr>
              <a:t>Shares: </a:t>
            </a:r>
            <a:br>
              <a:rPr lang="en">
                <a:solidFill>
                  <a:schemeClr val="dk1"/>
                </a:solidFill>
              </a:rPr>
            </a:br>
            <a:r>
              <a:rPr lang="en" b="1">
                <a:solidFill>
                  <a:schemeClr val="dk1"/>
                </a:solidFill>
              </a:rPr>
              <a:t>Saves:</a:t>
            </a:r>
            <a:r>
              <a:rPr lang="en">
                <a:solidFill>
                  <a:schemeClr val="dk1"/>
                </a:solidFill>
              </a:rPr>
              <a:t> </a:t>
            </a:r>
            <a:br>
              <a:rPr lang="en">
                <a:solidFill>
                  <a:schemeClr val="dk1"/>
                </a:solidFill>
              </a:rPr>
            </a:br>
            <a:r>
              <a:rPr lang="en" b="1">
                <a:solidFill>
                  <a:schemeClr val="dk1"/>
                </a:solidFill>
              </a:rPr>
              <a:t>Total Engagement: </a:t>
            </a:r>
            <a:br>
              <a:rPr lang="en">
                <a:solidFill>
                  <a:schemeClr val="dk1"/>
                </a:solidFill>
              </a:rPr>
            </a:br>
            <a:r>
              <a:rPr lang="en" b="1">
                <a:solidFill>
                  <a:schemeClr val="dk1"/>
                </a:solidFill>
              </a:rPr>
              <a:t>Budget:</a:t>
            </a:r>
            <a:r>
              <a:rPr lang="en">
                <a:solidFill>
                  <a:schemeClr val="dk1"/>
                </a:solidFill>
              </a:rPr>
              <a:t> </a:t>
            </a:r>
            <a:br>
              <a:rPr lang="en">
                <a:solidFill>
                  <a:schemeClr val="dk1"/>
                </a:solidFill>
              </a:rPr>
            </a:br>
            <a:r>
              <a:rPr lang="en" b="1">
                <a:solidFill>
                  <a:schemeClr val="dk1"/>
                </a:solidFill>
              </a:rPr>
              <a:t>CPV:</a:t>
            </a:r>
            <a:r>
              <a:rPr lang="en">
                <a:solidFill>
                  <a:schemeClr val="dk1"/>
                </a:solidFill>
              </a:rPr>
              <a:t> </a:t>
            </a:r>
            <a:br>
              <a:rPr lang="en">
                <a:solidFill>
                  <a:schemeClr val="dk1"/>
                </a:solidFill>
              </a:rPr>
            </a:br>
            <a:r>
              <a:rPr lang="en" b="1">
                <a:solidFill>
                  <a:schemeClr val="dk1"/>
                </a:solidFill>
              </a:rPr>
              <a:t>CPE:</a:t>
            </a:r>
            <a:r>
              <a:rPr lang="en">
                <a:solidFill>
                  <a:schemeClr val="dk1"/>
                </a:solidFill>
              </a:rPr>
              <a:t> 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 b="1">
                <a:solidFill>
                  <a:schemeClr val="dk1"/>
                </a:solidFill>
              </a:rPr>
              <a:t>Learnings: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4325975" y="2402400"/>
            <a:ext cx="182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Creator content picture here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6815100" y="1827200"/>
            <a:ext cx="1823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Creator’s content insights here. Only Insight from YouTube or Instagram dashboard.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99625"/>
            <a:ext cx="566650" cy="5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833275" y="4614800"/>
            <a:ext cx="18234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Confidential &amp; proprietary </a:t>
            </a:r>
            <a:endParaRPr sz="9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4499625"/>
            <a:ext cx="566650" cy="5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833275" y="4614800"/>
            <a:ext cx="18234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Confidential &amp; proprietary </a:t>
            </a:r>
            <a:endParaRPr sz="9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4499625"/>
            <a:ext cx="566650" cy="5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833275" y="4614800"/>
            <a:ext cx="18234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Confidential &amp; proprietary </a:t>
            </a:r>
            <a:endParaRPr sz="9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4499625"/>
            <a:ext cx="566650" cy="5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833275" y="4614800"/>
            <a:ext cx="18234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Confidential &amp; proprietary </a:t>
            </a:r>
            <a:endParaRPr sz="9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4499625"/>
            <a:ext cx="566650" cy="5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833275" y="4614800"/>
            <a:ext cx="18234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Confidential &amp; proprietary </a:t>
            </a:r>
            <a:endParaRPr sz="9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223" y="1574257"/>
            <a:ext cx="1861304" cy="49853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1087799" y="738050"/>
            <a:ext cx="7251216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i="1" dirty="0">
                <a:latin typeface="YouTube Sans"/>
                <a:ea typeface="YouTube Sans"/>
                <a:cs typeface="YouTube Sans"/>
                <a:sym typeface="YouTube Sans"/>
              </a:rPr>
              <a:t>Clients who trust us for their marketing campaigns</a:t>
            </a:r>
            <a:endParaRPr sz="2300" b="1" i="1" dirty="0">
              <a:solidFill>
                <a:srgbClr val="000000"/>
              </a:solidFill>
              <a:latin typeface="YouTube Sans"/>
              <a:ea typeface="YouTube Sans"/>
              <a:cs typeface="YouTube Sans"/>
              <a:sym typeface="YouTube Sans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 rotWithShape="1">
          <a:blip r:embed="rId6">
            <a:alphaModFix/>
          </a:blip>
          <a:srcRect t="24918" b="23904"/>
          <a:stretch/>
        </p:blipFill>
        <p:spPr>
          <a:xfrm>
            <a:off x="3262215" y="2321490"/>
            <a:ext cx="2009426" cy="584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0236" y="2324490"/>
            <a:ext cx="1898409" cy="5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64730" y="2310113"/>
            <a:ext cx="2090732" cy="640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23502" y="1532560"/>
            <a:ext cx="2524976" cy="53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36273" y="3214851"/>
            <a:ext cx="1861304" cy="578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 rotWithShape="1">
          <a:blip r:embed="rId11">
            <a:alphaModFix/>
          </a:blip>
          <a:srcRect l="5332" t="34563" r="3815" b="36095"/>
          <a:stretch/>
        </p:blipFill>
        <p:spPr>
          <a:xfrm>
            <a:off x="5547608" y="3231339"/>
            <a:ext cx="2524969" cy="46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 rotWithShape="1">
          <a:blip r:embed="rId12">
            <a:alphaModFix/>
          </a:blip>
          <a:srcRect l="17274" t="35221" r="17314" b="37637"/>
          <a:stretch/>
        </p:blipFill>
        <p:spPr>
          <a:xfrm>
            <a:off x="895525" y="3360864"/>
            <a:ext cx="2090724" cy="29211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6678050" y="4005238"/>
            <a:ext cx="150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YouTube Sans"/>
                <a:ea typeface="YouTube Sans"/>
                <a:cs typeface="YouTube Sans"/>
                <a:sym typeface="YouTube Sans"/>
              </a:rPr>
              <a:t>And many more….</a:t>
            </a:r>
            <a:endParaRPr>
              <a:solidFill>
                <a:srgbClr val="000000"/>
              </a:solidFill>
              <a:latin typeface="YouTube Sans"/>
              <a:ea typeface="YouTube Sans"/>
              <a:cs typeface="YouTube Sans"/>
              <a:sym typeface="YouTube Sans"/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210913" y="1513882"/>
            <a:ext cx="2173201" cy="570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99625"/>
            <a:ext cx="566650" cy="5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/>
        </p:nvSpPr>
        <p:spPr>
          <a:xfrm>
            <a:off x="833275" y="4614800"/>
            <a:ext cx="18234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|  Confidential &amp; proprietary </a:t>
            </a:r>
            <a:endParaRPr sz="9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2552850" y="1448100"/>
            <a:ext cx="4590412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dirty="0">
                <a:latin typeface="YouTube Sans"/>
                <a:ea typeface="YouTube Sans"/>
                <a:cs typeface="YouTube Sans"/>
                <a:sym typeface="YouTube Sans"/>
              </a:rPr>
              <a:t>Thank You 💚</a:t>
            </a:r>
            <a:endParaRPr sz="5000" i="1" dirty="0">
              <a:solidFill>
                <a:srgbClr val="4A86E8"/>
              </a:solidFill>
              <a:latin typeface="YouTube Sans"/>
              <a:ea typeface="YouTube Sans"/>
              <a:cs typeface="YouTube Sans"/>
              <a:sym typeface="YouTube Sans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2324850" y="2402400"/>
            <a:ext cx="53925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YouTube Sans"/>
                <a:ea typeface="YouTube Sans"/>
                <a:cs typeface="YouTube Sans"/>
                <a:sym typeface="YouTube Sans"/>
              </a:rPr>
              <a:t>Email: </a:t>
            </a:r>
            <a:r>
              <a:rPr lang="en" sz="2400" u="sng">
                <a:solidFill>
                  <a:srgbClr val="0097A7"/>
                </a:solidFill>
                <a:latin typeface="YouTube Sans"/>
                <a:ea typeface="YouTube Sans"/>
                <a:cs typeface="YouTube Sans"/>
                <a:sym typeface="YouTube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Kshitij@thepyromedia.com</a:t>
            </a:r>
            <a:br>
              <a:rPr lang="en" sz="2400">
                <a:solidFill>
                  <a:srgbClr val="000000"/>
                </a:solidFill>
                <a:latin typeface="YouTube Sans"/>
                <a:ea typeface="YouTube Sans"/>
                <a:cs typeface="YouTube Sans"/>
                <a:sym typeface="YouTube Sans"/>
              </a:rPr>
            </a:br>
            <a:r>
              <a:rPr lang="en" sz="2400">
                <a:solidFill>
                  <a:srgbClr val="000000"/>
                </a:solidFill>
                <a:latin typeface="YouTube Sans"/>
                <a:ea typeface="YouTube Sans"/>
                <a:cs typeface="YouTube Sans"/>
                <a:sym typeface="YouTube Sans"/>
              </a:rPr>
              <a:t>Phone: +91 9315732227</a:t>
            </a:r>
            <a:br>
              <a:rPr lang="en" sz="2400">
                <a:solidFill>
                  <a:srgbClr val="000000"/>
                </a:solidFill>
                <a:latin typeface="YouTube Sans"/>
                <a:ea typeface="YouTube Sans"/>
                <a:cs typeface="YouTube Sans"/>
                <a:sym typeface="YouTube Sans"/>
              </a:rPr>
            </a:br>
            <a:r>
              <a:rPr lang="en" sz="2400">
                <a:solidFill>
                  <a:srgbClr val="000000"/>
                </a:solidFill>
                <a:latin typeface="YouTube Sans"/>
                <a:ea typeface="YouTube Sans"/>
                <a:cs typeface="YouTube Sans"/>
                <a:sym typeface="YouTube Sans"/>
              </a:rPr>
              <a:t>Offices: Delhi</a:t>
            </a:r>
            <a:r>
              <a:rPr lang="en" sz="2400">
                <a:latin typeface="YouTube Sans"/>
                <a:ea typeface="YouTube Sans"/>
                <a:cs typeface="YouTube Sans"/>
                <a:sym typeface="YouTube Sans"/>
              </a:rPr>
              <a:t>, Bangalore and</a:t>
            </a:r>
            <a:r>
              <a:rPr lang="en" sz="2400">
                <a:solidFill>
                  <a:srgbClr val="000000"/>
                </a:solidFill>
                <a:latin typeface="YouTube Sans"/>
                <a:ea typeface="YouTube Sans"/>
                <a:cs typeface="YouTube Sans"/>
                <a:sym typeface="YouTube Sans"/>
              </a:rPr>
              <a:t> Chandigarh</a:t>
            </a:r>
            <a:endParaRPr sz="2400">
              <a:solidFill>
                <a:srgbClr val="000000"/>
              </a:solidFill>
              <a:latin typeface="YouTube Sans"/>
              <a:ea typeface="YouTube Sans"/>
              <a:cs typeface="YouTube Sans"/>
              <a:sym typeface="YouTub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On-screen Show (16:9)</PresentationFormat>
  <Paragraphs>28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YouTube Sans</vt:lpstr>
      <vt:lpstr>Poppins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Abhishek .</cp:lastModifiedBy>
  <cp:revision>4</cp:revision>
  <dcterms:modified xsi:type="dcterms:W3CDTF">2025-11-04T07:02:41Z</dcterms:modified>
</cp:coreProperties>
</file>